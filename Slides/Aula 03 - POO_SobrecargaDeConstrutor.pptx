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1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1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508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8EB1D36-8E80-395B-B2A3-6AD88F9C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87EDC46-80C3-8460-1554-AC84CEB86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2EBF552-DB18-54D6-3675-FD7D8123A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484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70A3AAF-62E9-EDA3-06A7-C835706A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871F7E3-2D21-29E5-A5AD-7F99C6BCC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CAC2683-0663-0A9B-C996-0BE4EEBFB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909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E4B381A-8E40-4279-C279-DF2A637E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DB34D56-AE6A-D5EB-0AB9-6CA8AC88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74367E8-E2D2-CEB7-11E5-A013FBCD8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799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5BE492F-F504-0ED2-D59F-DEB9961E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8C925AB-3199-9C5A-E212-1A51D435E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9F9B28F-9122-2E55-E7AE-D53337EFA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8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BED703-DDAD-E515-245A-0EF01C218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9E22729-FA59-1D74-B329-D593C0CBA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B14DCED-D4A5-1581-DD08-78A86D785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929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32B71FB-5FBD-91A2-415E-13560AB9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7424340-F25D-61E7-E01A-2BFE33B32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B98A7D3-1E7E-7AE4-3036-10A1511B2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264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Sobrecarga de Construtor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que é Sobrecarga de Construtor?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Exemplo de Sobrecarga de Construtor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Implementação de Sobrecarga de Construtor em Java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Exercícios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0DE2E20-5CEB-BA5F-477C-4CD54A79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1065F55-BEE7-2BEC-CD7B-0F7470EDF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da classe Pessoa...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C64E75A-026C-6A5C-4082-8F749E61F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F431329-2D6E-4EA3-483E-CFF6DA35724F}"/>
              </a:ext>
            </a:extLst>
          </p:cNvPr>
          <p:cNvSpPr/>
          <p:nvPr/>
        </p:nvSpPr>
        <p:spPr>
          <a:xfrm>
            <a:off x="2874364" y="1821305"/>
            <a:ext cx="3395272" cy="21697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Pessoa</a:t>
            </a:r>
          </a:p>
          <a:p>
            <a:pPr algn="ctr"/>
            <a:endParaRPr lang="pt-BR" dirty="0"/>
          </a:p>
          <a:p>
            <a:r>
              <a:rPr lang="pt-BR" dirty="0"/>
              <a:t>nome: </a:t>
            </a:r>
            <a:r>
              <a:rPr lang="pt-BR" dirty="0" err="1"/>
              <a:t>String</a:t>
            </a:r>
            <a:br>
              <a:rPr lang="pt-BR" dirty="0"/>
            </a:br>
            <a:r>
              <a:rPr lang="pt-BR" dirty="0"/>
              <a:t>idade: </a:t>
            </a:r>
            <a:r>
              <a:rPr lang="pt-BR" dirty="0" err="1"/>
              <a:t>int</a:t>
            </a:r>
            <a:endParaRPr lang="pt-BR" dirty="0"/>
          </a:p>
          <a:p>
            <a:endParaRPr lang="pt-BR" dirty="0"/>
          </a:p>
          <a:p>
            <a:r>
              <a:rPr lang="pt-BR" b="1" dirty="0">
                <a:solidFill>
                  <a:srgbClr val="C00000"/>
                </a:solidFill>
              </a:rPr>
              <a:t>Pessoa()</a:t>
            </a:r>
          </a:p>
          <a:p>
            <a:endParaRPr lang="pt-BR" b="1" dirty="0">
              <a:solidFill>
                <a:srgbClr val="C00000"/>
              </a:solidFill>
            </a:endParaRPr>
          </a:p>
          <a:p>
            <a:br>
              <a:rPr lang="pt-BR" b="1" dirty="0">
                <a:solidFill>
                  <a:srgbClr val="C00000"/>
                </a:solidFill>
              </a:rPr>
            </a:br>
            <a:endParaRPr lang="pt-BR" b="1" dirty="0">
              <a:solidFill>
                <a:srgbClr val="C00000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E86DE0F-6C66-2692-0F97-3FAD5FDAA895}"/>
              </a:ext>
            </a:extLst>
          </p:cNvPr>
          <p:cNvCxnSpPr/>
          <p:nvPr/>
        </p:nvCxnSpPr>
        <p:spPr>
          <a:xfrm>
            <a:off x="2881859" y="2211049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AC2F140-49D8-8DEE-A543-AEA0FA2C9568}"/>
              </a:ext>
            </a:extLst>
          </p:cNvPr>
          <p:cNvCxnSpPr/>
          <p:nvPr/>
        </p:nvCxnSpPr>
        <p:spPr>
          <a:xfrm>
            <a:off x="2874364" y="2893101"/>
            <a:ext cx="3380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75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8B28FFB-72C2-290C-844E-B02AE238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4627050-69B1-73BA-2917-AC9705634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de Método Construtor</a:t>
            </a:r>
            <a:endParaRPr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F88A0A-1191-0181-F20E-F43AF1573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088390"/>
            <a:ext cx="8521700" cy="34163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Pessoa{</a:t>
            </a:r>
            <a:endParaRPr lang="pt-BR" spc="-1" dirty="0">
              <a:solidFill>
                <a:srgbClr val="000000"/>
              </a:solidFill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String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nome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int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006600"/>
                </a:solidFill>
                <a:latin typeface="Courier New" panose="02070309020205020404"/>
              </a:rPr>
              <a:t>idade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pc="-1" dirty="0">
              <a:solidFill>
                <a:srgbClr val="000000"/>
              </a:solidFill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  </a:t>
            </a:r>
            <a:r>
              <a:rPr lang="pt-BR" b="1" spc="-1" dirty="0" err="1">
                <a:solidFill>
                  <a:srgbClr val="0505FF"/>
                </a:solidFill>
                <a:latin typeface="Courier New" panose="02070309020205020404"/>
              </a:rPr>
              <a:t>public</a:t>
            </a:r>
            <a:r>
              <a:rPr lang="pt-BR" b="1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b="1" i="1" spc="-1" dirty="0">
                <a:solidFill>
                  <a:srgbClr val="7030A0"/>
                </a:solidFill>
                <a:latin typeface="Courier New" panose="02070309020205020404"/>
              </a:rPr>
              <a:t>Pessoa</a:t>
            </a:r>
            <a:r>
              <a:rPr lang="pt-BR" b="1" spc="-1" dirty="0">
                <a:solidFill>
                  <a:srgbClr val="7030A0"/>
                </a:solidFill>
                <a:latin typeface="Courier New" panose="02070309020205020404"/>
              </a:rPr>
              <a:t>()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{  </a:t>
            </a:r>
            <a:endParaRPr lang="pt-BR" spc="-1" dirty="0">
              <a:solidFill>
                <a:srgbClr val="000000"/>
              </a:solidFill>
            </a:endParaRPr>
          </a:p>
          <a:p>
            <a:pPr marL="635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		 </a:t>
            </a:r>
            <a:r>
              <a:rPr lang="pt-BR" b="1" spc="-1" dirty="0" err="1">
                <a:solidFill>
                  <a:srgbClr val="000000"/>
                </a:solidFill>
                <a:latin typeface="Courier New" panose="02070309020205020404"/>
              </a:rPr>
              <a:t>System.out.println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pt-BR" b="1" spc="-1" dirty="0">
                <a:solidFill>
                  <a:srgbClr val="EB641B"/>
                </a:solidFill>
                <a:latin typeface="Courier New" panose="02070309020205020404"/>
              </a:rPr>
              <a:t>“Olá!”</a:t>
            </a: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);</a:t>
            </a:r>
            <a:endParaRPr lang="pt-BR" spc="-1" dirty="0">
              <a:solidFill>
                <a:srgbClr val="000000"/>
              </a:solidFill>
            </a:endParaRPr>
          </a:p>
          <a:p>
            <a:pPr marL="635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   }</a:t>
            </a:r>
            <a:endParaRPr lang="pt-BR" spc="-1" dirty="0">
              <a:solidFill>
                <a:srgbClr val="000000"/>
              </a:solidFill>
            </a:endParaRPr>
          </a:p>
          <a:p>
            <a:pPr marL="635" indent="0">
              <a:lnSpc>
                <a:spcPct val="150000"/>
              </a:lnSpc>
              <a:buNone/>
            </a:pPr>
            <a:r>
              <a:rPr lang="pt-BR" b="1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pc="-1" dirty="0">
              <a:solidFill>
                <a:srgbClr val="000000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51E2E6-E47F-DA01-6A5D-E1DC89940D47}"/>
              </a:ext>
            </a:extLst>
          </p:cNvPr>
          <p:cNvSpPr/>
          <p:nvPr/>
        </p:nvSpPr>
        <p:spPr>
          <a:xfrm>
            <a:off x="743712" y="2595372"/>
            <a:ext cx="6937248" cy="4023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89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1404632-EC8B-8F21-7033-8B727F324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CC064ED-B629-1088-33FA-4F32835A3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Imaginem...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DAD937B-D635-8643-4771-ABC8F9251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 se eu quiser criar um Objeto da Classe ‘Pessoa’, já definindo o nome e a idade desse objeto?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Simples...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	Utilize a Sobrecarga de Construtor!!!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288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2EAA2A-B7F7-914D-586F-7139224F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AF21AF9-4A06-BCD2-0151-F03DD45AB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Mas o que é Sobrecarga de Construtor?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F0C13EC-AF65-D858-4E87-B4CAB8D68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Consiste em criar duas ou mais versões do mesmo Construtor.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Uma classe pode ter um ou mais construtores, desde que todos tenham assinaturas diferentes.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Neste caso, qual construtor será usado depende dos parâmetros usados na construção do objeto. 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Lembre-se que todos os construtores têm sempre o mesmo nome, que é o nome da classe.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63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D1D69E5-CD35-6AA4-0CEC-B84B5251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9A1DEBE-F2AD-DECE-39E1-C0D4C8C33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Sobrecarga de Construtor em Java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DADF7C8-2B0D-208F-3BD8-13BF7933D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16FF85E-E1BA-CC3A-DDA7-F595CA4E5E9F}"/>
              </a:ext>
            </a:extLst>
          </p:cNvPr>
          <p:cNvSpPr/>
          <p:nvPr/>
        </p:nvSpPr>
        <p:spPr>
          <a:xfrm>
            <a:off x="409236" y="1152475"/>
            <a:ext cx="8520600" cy="35844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“Olá Pessoa!”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“Olá ”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defRPr/>
            </a:pP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“Olá ”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dirty="0"/>
          </a:p>
          <a:p>
            <a:pPr algn="ctr"/>
            <a:endParaRPr lang="pt-BR" dirty="0"/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62941B94-8699-15BE-DDE5-1B14929EFA84}"/>
              </a:ext>
            </a:extLst>
          </p:cNvPr>
          <p:cNvSpPr/>
          <p:nvPr/>
        </p:nvSpPr>
        <p:spPr>
          <a:xfrm>
            <a:off x="6519270" y="1353312"/>
            <a:ext cx="2036064" cy="938022"/>
          </a:xfrm>
          <a:prstGeom prst="wedgeRoundRectCallout">
            <a:avLst>
              <a:gd name="adj1" fmla="val -221433"/>
              <a:gd name="adj2" fmla="val -2488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Construtor</a:t>
            </a:r>
          </a:p>
          <a:p>
            <a:pPr algn="ctr"/>
            <a:r>
              <a:rPr lang="pt-BR" dirty="0"/>
              <a:t>Padrão (Default)</a:t>
            </a:r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CCA61F27-7021-E8B6-D078-1DA62B4284CC}"/>
              </a:ext>
            </a:extLst>
          </p:cNvPr>
          <p:cNvSpPr/>
          <p:nvPr/>
        </p:nvSpPr>
        <p:spPr>
          <a:xfrm>
            <a:off x="6519270" y="2426084"/>
            <a:ext cx="2036064" cy="938022"/>
          </a:xfrm>
          <a:prstGeom prst="wedgeRoundRectCallout">
            <a:avLst>
              <a:gd name="adj1" fmla="val -166343"/>
              <a:gd name="adj2" fmla="val -38881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Constrói objeto e </a:t>
            </a:r>
          </a:p>
          <a:p>
            <a:pPr algn="ctr"/>
            <a:r>
              <a:rPr lang="pt-BR" dirty="0"/>
              <a:t>define o valor </a:t>
            </a:r>
          </a:p>
          <a:p>
            <a:pPr algn="ctr"/>
            <a:r>
              <a:rPr lang="pt-BR" dirty="0"/>
              <a:t>do atributo ‘nome’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08633DFA-6F98-6E0A-F1E6-A3FACDADA2E9}"/>
              </a:ext>
            </a:extLst>
          </p:cNvPr>
          <p:cNvSpPr/>
          <p:nvPr/>
        </p:nvSpPr>
        <p:spPr>
          <a:xfrm>
            <a:off x="6519270" y="3522014"/>
            <a:ext cx="2036064" cy="938022"/>
          </a:xfrm>
          <a:prstGeom prst="wedgeRoundRectCallout">
            <a:avLst>
              <a:gd name="adj1" fmla="val -84906"/>
              <a:gd name="adj2" fmla="val -59677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dirty="0"/>
              <a:t>Constrói o Objeto e define</a:t>
            </a:r>
          </a:p>
          <a:p>
            <a:pPr algn="ctr"/>
            <a:r>
              <a:rPr lang="pt-BR" dirty="0"/>
              <a:t>O valor do atributos </a:t>
            </a:r>
          </a:p>
          <a:p>
            <a:pPr algn="ctr"/>
            <a:r>
              <a:rPr lang="pt-BR" dirty="0"/>
              <a:t>‘nome’ e ‘idade’</a:t>
            </a:r>
          </a:p>
        </p:txBody>
      </p:sp>
    </p:spTree>
    <p:extLst>
      <p:ext uri="{BB962C8B-B14F-4D97-AF65-F5344CB8AC3E}">
        <p14:creationId xmlns:p14="http://schemas.microsoft.com/office/powerpoint/2010/main" val="310415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8773AF-A731-F03E-6E5D-E2BE7CB5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8030D4C-B9C0-A7F1-2D57-A5C7F8F41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86FC374-3E92-DEC2-DCCB-AAB574CC6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6B4C4B1-103E-FA91-96D6-96DCEF17EE70}"/>
              </a:ext>
            </a:extLst>
          </p:cNvPr>
          <p:cNvSpPr/>
          <p:nvPr/>
        </p:nvSpPr>
        <p:spPr>
          <a:xfrm>
            <a:off x="311700" y="1017725"/>
            <a:ext cx="5967180" cy="35633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" altLang="pt-BR" sz="1600" dirty="0"/>
              <a:t>Considere a seguinte classe Main.java:</a:t>
            </a:r>
            <a:br>
              <a:rPr lang="" altLang="pt-BR" sz="1600" dirty="0"/>
            </a:br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Retangulo r1 = new Retangulo();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r1.lado = 10;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r1.altura = 20;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System.out.println(“Área: “ + r1.calcularArea());</a:t>
            </a:r>
          </a:p>
          <a:p>
            <a:endParaRPr lang="" altLang="pt-BR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Retangulo r2 = new Retangulo(25); //passei o lado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r2.altura = 12;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System.out.println(“Área: “ + r2.calcularArea());</a:t>
            </a:r>
          </a:p>
          <a:p>
            <a:endParaRPr lang="" altLang="pt-BR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US" altLang="pt-BR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Retangulo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r</a:t>
            </a:r>
            <a:r>
              <a:rPr lang="" altLang="en-US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3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= new </a:t>
            </a:r>
            <a:r>
              <a:rPr lang="en-US" altLang="pt-BR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Retangulo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(</a:t>
            </a:r>
            <a:r>
              <a:rPr lang="" altLang="en-US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30,40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);</a:t>
            </a:r>
            <a:endParaRPr lang="en-US" altLang="pt-BR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US" altLang="pt-BR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System.out.println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(“</a:t>
            </a:r>
            <a:r>
              <a:rPr lang="en-US" altLang="pt-BR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Área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: “ + r</a:t>
            </a:r>
            <a:r>
              <a:rPr lang="" altLang="en-US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3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.</a:t>
            </a:r>
            <a:r>
              <a:rPr lang="en-US" altLang="pt-BR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calcularArea</a:t>
            </a:r>
            <a:r>
              <a:rPr lang="en-US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());</a:t>
            </a:r>
            <a:endParaRPr lang="" altLang="pt-BR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" altLang="pt-BR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C8BF26-CD7F-CEA1-0C59-1F1026E3FB17}"/>
              </a:ext>
            </a:extLst>
          </p:cNvPr>
          <p:cNvSpPr/>
          <p:nvPr/>
        </p:nvSpPr>
        <p:spPr>
          <a:xfrm>
            <a:off x="6400800" y="121920"/>
            <a:ext cx="2621280" cy="44469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sz="1800" dirty="0">
                <a:solidFill>
                  <a:schemeClr val="tx1"/>
                </a:solidFill>
              </a:rPr>
              <a:t>Implemente a classe Retângulo de forma que ele aceite os 3 tipos de construtores. Implemente um menu em que você irá perguntar para o usuário se ele deseja digitar as medidas de um novo retângulo, caso sim, receba a altura e largura e imprima a área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79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493</Words>
  <Application>Microsoft Office PowerPoint</Application>
  <PresentationFormat>Apresentação na tela (16:9)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Impact</vt:lpstr>
      <vt:lpstr>Simple Light</vt:lpstr>
      <vt:lpstr>POO – Sobrecarga de Construtor</vt:lpstr>
      <vt:lpstr>Tópicos da Aula</vt:lpstr>
      <vt:lpstr>Exemplo da classe Pessoa...</vt:lpstr>
      <vt:lpstr>Exemplo de Método Construtor</vt:lpstr>
      <vt:lpstr>Imaginem...</vt:lpstr>
      <vt:lpstr>Mas o que é Sobrecarga de Construtor?</vt:lpstr>
      <vt:lpstr>Sobrecarga de Construtor em Java</vt:lpstr>
      <vt:lpstr>Exercício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3</cp:revision>
  <dcterms:modified xsi:type="dcterms:W3CDTF">2026-03-12T18:19:33Z</dcterms:modified>
</cp:coreProperties>
</file>